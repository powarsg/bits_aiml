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7.xml" ContentType="application/vnd.openxmlformats-officedocument.presentationml.slide+xml"/>
  <Override PartName="/ppt/slides/slide19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0.xml" ContentType="application/vnd.openxmlformats-officedocument.presentationml.slide+xml"/>
  <Override PartName="/ppt/slides/slide23.xml" ContentType="application/vnd.openxmlformats-officedocument.presentationml.slide+xml"/>
  <Override PartName="/ppt/slides/slide36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2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5032" r:id="rId2"/>
  </p:sldMasterIdLst>
  <p:notesMasterIdLst>
    <p:notesMasterId r:id="rId39"/>
  </p:notesMasterIdLst>
  <p:handoutMasterIdLst>
    <p:handoutMasterId r:id="rId40"/>
  </p:handoutMasterIdLst>
  <p:sldIdLst>
    <p:sldId id="287" r:id="rId3"/>
    <p:sldId id="262" r:id="rId4"/>
    <p:sldId id="288" r:id="rId5"/>
    <p:sldId id="332" r:id="rId6"/>
    <p:sldId id="399" r:id="rId7"/>
    <p:sldId id="400" r:id="rId8"/>
    <p:sldId id="402" r:id="rId9"/>
    <p:sldId id="403" r:id="rId10"/>
    <p:sldId id="404" r:id="rId11"/>
    <p:sldId id="405" r:id="rId12"/>
    <p:sldId id="401" r:id="rId13"/>
    <p:sldId id="333" r:id="rId14"/>
    <p:sldId id="342" r:id="rId15"/>
    <p:sldId id="341" r:id="rId16"/>
    <p:sldId id="306" r:id="rId17"/>
    <p:sldId id="334" r:id="rId18"/>
    <p:sldId id="335" r:id="rId19"/>
    <p:sldId id="336" r:id="rId20"/>
    <p:sldId id="337" r:id="rId21"/>
    <p:sldId id="338" r:id="rId22"/>
    <p:sldId id="339" r:id="rId23"/>
    <p:sldId id="340" r:id="rId24"/>
    <p:sldId id="324" r:id="rId25"/>
    <p:sldId id="325" r:id="rId26"/>
    <p:sldId id="326" r:id="rId27"/>
    <p:sldId id="291" r:id="rId28"/>
    <p:sldId id="292" r:id="rId29"/>
    <p:sldId id="294" r:id="rId30"/>
    <p:sldId id="302" r:id="rId31"/>
    <p:sldId id="296" r:id="rId32"/>
    <p:sldId id="327" r:id="rId33"/>
    <p:sldId id="328" r:id="rId34"/>
    <p:sldId id="329" r:id="rId35"/>
    <p:sldId id="330" r:id="rId36"/>
    <p:sldId id="331" r:id="rId37"/>
    <p:sldId id="301" r:id="rId3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842" autoAdjust="0"/>
  </p:normalViewPr>
  <p:slideViewPr>
    <p:cSldViewPr>
      <p:cViewPr varScale="1">
        <p:scale>
          <a:sx n="121" d="100"/>
          <a:sy n="121" d="100"/>
        </p:scale>
        <p:origin x="-1776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269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47" Type="http://schemas.openxmlformats.org/officeDocument/2006/relationships/customXml" Target="../customXml/item2.xml"/><Relationship Id="rId7" Type="http://schemas.openxmlformats.org/officeDocument/2006/relationships/slide" Target="slides/slide5.xml"/><Relationship Id="rId29" Type="http://schemas.openxmlformats.org/officeDocument/2006/relationships/slide" Target="slides/slide2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4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32" Type="http://schemas.openxmlformats.org/officeDocument/2006/relationships/slide" Target="slides/slide30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5" Type="http://schemas.openxmlformats.org/officeDocument/2006/relationships/slide" Target="slides/slide3.xml"/><Relationship Id="rId36" Type="http://schemas.openxmlformats.org/officeDocument/2006/relationships/slide" Target="slides/slide34.xml"/><Relationship Id="rId15" Type="http://schemas.openxmlformats.org/officeDocument/2006/relationships/slide" Target="slides/slide13.xml"/><Relationship Id="rId31" Type="http://schemas.openxmlformats.org/officeDocument/2006/relationships/slide" Target="slides/slide2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4" Type="http://schemas.openxmlformats.org/officeDocument/2006/relationships/theme" Target="theme/theme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" Type="http://schemas.openxmlformats.org/officeDocument/2006/relationships/slide" Target="slides/slide2.xml"/><Relationship Id="rId30" Type="http://schemas.openxmlformats.org/officeDocument/2006/relationships/slide" Target="slides/slide28.xml"/><Relationship Id="rId9" Type="http://schemas.openxmlformats.org/officeDocument/2006/relationships/slide" Target="slides/slide7.xml"/><Relationship Id="rId35" Type="http://schemas.openxmlformats.org/officeDocument/2006/relationships/slide" Target="slides/slide33.xml"/><Relationship Id="rId14" Type="http://schemas.openxmlformats.org/officeDocument/2006/relationships/slide" Target="slides/slide12.xml"/><Relationship Id="rId43" Type="http://schemas.openxmlformats.org/officeDocument/2006/relationships/viewProps" Target="viewProps.xml"/><Relationship Id="rId48" Type="http://schemas.openxmlformats.org/officeDocument/2006/relationships/customXml" Target="../customXml/item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46" Type="http://schemas.openxmlformats.org/officeDocument/2006/relationships/customXml" Target="../customXml/item1.xml"/><Relationship Id="rId20" Type="http://schemas.openxmlformats.org/officeDocument/2006/relationships/slide" Target="slides/slide18.xml"/><Relationship Id="rId41" Type="http://schemas.openxmlformats.org/officeDocument/2006/relationships/printerSettings" Target="printerSettings/printerSettings1.bin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4FFF95B-B884-433B-A222-E5B1796F6906}" type="datetimeFigureOut">
              <a:rPr lang="en-US"/>
              <a:pPr>
                <a:defRPr/>
              </a:pPr>
              <a:t>11/12/25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5FC023CF-6801-4DDE-98DA-F096DF340E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CD6A6A43-8D1F-492D-B171-FA91117D67A3}" type="datetimeFigureOut">
              <a:rPr lang="en-GB" altLang="en-US"/>
              <a:pPr>
                <a:defRPr/>
              </a:pPr>
              <a:t>11/12/25</a:t>
            </a:fld>
            <a:endParaRPr lang="en-GB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101940DF-4C0A-4A65-877A-7428E7FE5D7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197713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9460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7B6E71D-685F-42F5-991A-3B9C69799031}" type="slidenum">
              <a:rPr lang="en-GB" altLang="en-US" sz="1200"/>
              <a:pPr/>
              <a:t>4</a:t>
            </a:fld>
            <a:endParaRPr lang="en-GB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6628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C8BC698-03B8-4CC5-9A2B-AF9B5BC5D36A}" type="slidenum">
              <a:rPr lang="en-GB" altLang="en-US" sz="1200"/>
              <a:pPr/>
              <a:t>14</a:t>
            </a:fld>
            <a:endParaRPr lang="en-GB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Relationship Id="rId3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eg"/><Relationship Id="rId3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5" name="Rectangle 4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6" name="Rectangle 5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144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949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8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7" name="Rectangle 6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8" name="Rectangle 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200" dirty="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78073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100" b="1" dirty="0">
                <a:solidFill>
                  <a:srgbClr val="101141"/>
                </a:solidFill>
              </a:rPr>
              <a:t>BITS </a:t>
            </a:r>
            <a:r>
              <a:rPr lang="en-US" sz="1100" dirty="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3053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9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</p:grpSp>
      <p:grpSp>
        <p:nvGrpSpPr>
          <p:cNvPr id="10" name="Group 28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</p:grpSp>
      <p:sp>
        <p:nvSpPr>
          <p:cNvPr id="14" name="TextBox 1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100" b="1" dirty="0">
                <a:solidFill>
                  <a:srgbClr val="101141"/>
                </a:solidFill>
              </a:rPr>
              <a:t>BITS </a:t>
            </a:r>
            <a:r>
              <a:rPr lang="en-US" sz="1100" dirty="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6353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</p:grpSp>
      <p:grpSp>
        <p:nvGrpSpPr>
          <p:cNvPr id="12" name="Group 15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</p:grpSp>
      <p:pic>
        <p:nvPicPr>
          <p:cNvPr id="16" name="Picture 13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100" b="1" dirty="0">
                <a:solidFill>
                  <a:srgbClr val="101141"/>
                </a:solidFill>
              </a:rPr>
              <a:t>BITS </a:t>
            </a:r>
            <a:r>
              <a:rPr lang="en-US" sz="1100" dirty="0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788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</p:grpSp>
      <p:grpSp>
        <p:nvGrpSpPr>
          <p:cNvPr id="8" name="Group 10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100" b="1" dirty="0">
                <a:solidFill>
                  <a:srgbClr val="101141"/>
                </a:solidFill>
              </a:rPr>
              <a:t>BITS </a:t>
            </a:r>
            <a:r>
              <a:rPr lang="en-US" sz="1100" dirty="0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2895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</p:grpSp>
      <p:grpSp>
        <p:nvGrpSpPr>
          <p:cNvPr id="10" name="Group 13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100" b="1" dirty="0">
                <a:solidFill>
                  <a:srgbClr val="101141"/>
                </a:solidFill>
              </a:rPr>
              <a:t>BITS </a:t>
            </a:r>
            <a:r>
              <a:rPr lang="en-US" sz="1100" dirty="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0343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</p:grpSp>
      <p:grpSp>
        <p:nvGrpSpPr>
          <p:cNvPr id="10" name="Group 10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100" b="1" dirty="0">
                <a:solidFill>
                  <a:srgbClr val="101141"/>
                </a:solidFill>
              </a:rPr>
              <a:t>BITS </a:t>
            </a:r>
            <a:r>
              <a:rPr lang="en-US" sz="1100" dirty="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0334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</p:grpSp>
      <p:grpSp>
        <p:nvGrpSpPr>
          <p:cNvPr id="8" name="Group 24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100" b="1" dirty="0">
                <a:solidFill>
                  <a:srgbClr val="101141"/>
                </a:solidFill>
              </a:rPr>
              <a:t>BITS </a:t>
            </a:r>
            <a:r>
              <a:rPr lang="en-US" sz="1100" dirty="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40696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 userDrawn="1"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13880" y="6592613"/>
              <a:ext cx="2328209" cy="4572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851306" y="6592614"/>
              <a:ext cx="2362575" cy="4572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33498" y="6592613"/>
              <a:ext cx="2328209" cy="4572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900" b="1" dirty="0">
                <a:solidFill>
                  <a:srgbClr val="101141"/>
                </a:solidFill>
              </a:rPr>
              <a:t>BITS </a:t>
            </a:r>
            <a:r>
              <a:rPr lang="en-US" sz="900" dirty="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5838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sz="4756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1" y="6096001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56"/>
          </a:p>
        </p:txBody>
      </p:sp>
      <p:sp>
        <p:nvSpPr>
          <p:cNvPr id="23" name="Rectangle 22"/>
          <p:cNvSpPr/>
          <p:nvPr userDrawn="1"/>
        </p:nvSpPr>
        <p:spPr>
          <a:xfrm>
            <a:off x="1" y="6096001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56"/>
          </a:p>
        </p:txBody>
      </p:sp>
      <p:sp>
        <p:nvSpPr>
          <p:cNvPr id="24" name="Rectangle 23"/>
          <p:cNvSpPr/>
          <p:nvPr userDrawn="1"/>
        </p:nvSpPr>
        <p:spPr>
          <a:xfrm>
            <a:off x="5791201" y="6096001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56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1" cy="1980001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-76201" y="5257802"/>
            <a:ext cx="2209801" cy="538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97" b="1" spc="-151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897" spc="-151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152400" y="5666601"/>
            <a:ext cx="1905001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99" spc="0" dirty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1199" spc="0" baseline="0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1199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514600" y="3810000"/>
            <a:ext cx="6019801" cy="1524001"/>
          </a:xfrm>
        </p:spPr>
        <p:txBody>
          <a:bodyPr anchor="ctr" anchorCtr="0">
            <a:noAutofit/>
          </a:bodyPr>
          <a:lstStyle>
            <a:lvl1pPr algn="l">
              <a:lnSpc>
                <a:spcPts val="3997"/>
              </a:lnSpc>
              <a:defRPr sz="4395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755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1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56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1" y="6096001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56"/>
          </a:p>
        </p:txBody>
      </p:sp>
      <p:sp>
        <p:nvSpPr>
          <p:cNvPr id="6" name="Rectangle 5"/>
          <p:cNvSpPr/>
          <p:nvPr userDrawn="1"/>
        </p:nvSpPr>
        <p:spPr>
          <a:xfrm>
            <a:off x="1" y="6096001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56"/>
          </a:p>
        </p:txBody>
      </p:sp>
      <p:sp>
        <p:nvSpPr>
          <p:cNvPr id="8" name="Rectangle 7"/>
          <p:cNvSpPr/>
          <p:nvPr userDrawn="1"/>
        </p:nvSpPr>
        <p:spPr>
          <a:xfrm>
            <a:off x="5791201" y="6096001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56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1"/>
            <a:ext cx="6019801" cy="533399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799"/>
              </a:lnSpc>
              <a:spcBef>
                <a:spcPts val="0"/>
              </a:spcBef>
              <a:buNone/>
              <a:defRPr sz="1799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1" cy="1524001"/>
          </a:xfrm>
        </p:spPr>
        <p:txBody>
          <a:bodyPr anchor="ctr" anchorCtr="0">
            <a:noAutofit/>
          </a:bodyPr>
          <a:lstStyle>
            <a:lvl1pPr algn="l">
              <a:lnSpc>
                <a:spcPts val="3997"/>
              </a:lnSpc>
              <a:defRPr sz="4395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1" cy="1980001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76201" y="5257802"/>
            <a:ext cx="2209801" cy="538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97" b="1" spc="-151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897" spc="-151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152400" y="5666601"/>
            <a:ext cx="1905001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99" spc="0" dirty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1199" spc="0" baseline="0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1199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9421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56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2" y="1"/>
            <a:ext cx="2193193" cy="692696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1" y="4648201"/>
            <a:ext cx="8458201" cy="1600199"/>
          </a:xfrm>
        </p:spPr>
        <p:txBody>
          <a:bodyPr>
            <a:noAutofit/>
          </a:bodyPr>
          <a:lstStyle>
            <a:lvl1pPr marL="0" indent="0">
              <a:lnSpc>
                <a:spcPts val="4197"/>
              </a:lnSpc>
              <a:spcBef>
                <a:spcPts val="0"/>
              </a:spcBef>
              <a:buNone/>
              <a:defRPr sz="3997" b="1" spc="-151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2882901" y="6775452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56"/>
          </a:p>
        </p:txBody>
      </p:sp>
      <p:sp>
        <p:nvSpPr>
          <p:cNvPr id="16" name="Rectangle 15"/>
          <p:cNvSpPr/>
          <p:nvPr userDrawn="1"/>
        </p:nvSpPr>
        <p:spPr>
          <a:xfrm>
            <a:off x="-12699" y="6775452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56"/>
          </a:p>
        </p:txBody>
      </p:sp>
      <p:sp>
        <p:nvSpPr>
          <p:cNvPr id="18" name="Rectangle 17"/>
          <p:cNvSpPr/>
          <p:nvPr userDrawn="1"/>
        </p:nvSpPr>
        <p:spPr>
          <a:xfrm>
            <a:off x="5778501" y="6775452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56"/>
          </a:p>
        </p:txBody>
      </p:sp>
      <p:sp>
        <p:nvSpPr>
          <p:cNvPr id="19" name="TextBox 18"/>
          <p:cNvSpPr txBox="1"/>
          <p:nvPr userDrawn="1"/>
        </p:nvSpPr>
        <p:spPr>
          <a:xfrm>
            <a:off x="6858000" y="762002"/>
            <a:ext cx="2209801" cy="538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97" b="1" spc="-151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897" spc="-151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7086599" y="1170801"/>
            <a:ext cx="1905001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199" spc="0" dirty="0">
                <a:solidFill>
                  <a:srgbClr val="FFFFFF"/>
                </a:solidFill>
                <a:latin typeface="Arial"/>
                <a:cs typeface="Arial"/>
              </a:rPr>
              <a:t>Hyderabad </a:t>
            </a:r>
            <a:r>
              <a:rPr lang="en-US" sz="1199" spc="0" baseline="0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lang="en-US" sz="1199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42916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342616" marR="0" indent="-342616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398">
                <a:latin typeface="Arial" pitchFamily="34" charset="0"/>
                <a:cs typeface="Arial" pitchFamily="34" charset="0"/>
              </a:defRPr>
            </a:lvl1pPr>
            <a:lvl2pPr marL="742335" marR="0" indent="-285513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599">
                <a:latin typeface="Arial" pitchFamily="34" charset="0"/>
                <a:cs typeface="Arial" pitchFamily="34" charset="0"/>
              </a:defRPr>
            </a:lvl2pPr>
          </a:lstStyle>
          <a:p>
            <a:pPr marL="342616" marR="0" lvl="0" indent="-342616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39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335" marR="0" lvl="1" indent="-285513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335" marR="0" lvl="1" indent="-285513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335" marR="0" lvl="1" indent="-285513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335" marR="0" lvl="1" indent="-285513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335" marR="0" lvl="1" indent="-285513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398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616" marR="0" lvl="0" indent="-342616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39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616" marR="0" lvl="0" indent="-342616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39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616" marR="0" lvl="0" indent="-342616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39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599" y="6596390"/>
            <a:ext cx="58674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9" y="6550672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2" y="1"/>
            <a:ext cx="2193193" cy="692696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3201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1" y="152399"/>
            <a:ext cx="6324601" cy="1143001"/>
          </a:xfrm>
        </p:spPr>
        <p:txBody>
          <a:bodyPr anchor="ctr" anchorCtr="0">
            <a:normAutofit/>
          </a:bodyPr>
          <a:lstStyle>
            <a:lvl1pPr marL="0">
              <a:lnSpc>
                <a:spcPts val="3597"/>
              </a:lnSpc>
              <a:spcBef>
                <a:spcPts val="0"/>
              </a:spcBef>
              <a:buNone/>
              <a:defRPr sz="3597" b="1" spc="-151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</p:spTree>
    <p:extLst>
      <p:ext uri="{BB962C8B-B14F-4D97-AF65-F5344CB8AC3E}">
        <p14:creationId xmlns:p14="http://schemas.microsoft.com/office/powerpoint/2010/main" val="171371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2" y="1"/>
            <a:ext cx="2193193" cy="69269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2"/>
            <a:ext cx="4038601" cy="4525963"/>
          </a:xfrm>
        </p:spPr>
        <p:txBody>
          <a:bodyPr/>
          <a:lstStyle>
            <a:lvl1pPr marL="342616" marR="0" indent="-342616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798"/>
            </a:lvl1pPr>
            <a:lvl2pPr marL="742335" marR="0" indent="-285513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599"/>
            </a:lvl2pPr>
            <a:lvl3pPr>
              <a:defRPr sz="1998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marL="342616" marR="0" lvl="0" indent="-342616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39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335" marR="0" lvl="1" indent="-285513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335" marR="0" lvl="1" indent="-285513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335" marR="0" lvl="1" indent="-285513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335" marR="0" lvl="1" indent="-285513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398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616" marR="0" lvl="0" indent="-342616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39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616" marR="0" lvl="0" indent="-342616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39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335" marR="0" lvl="1" indent="-285513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742335" marR="0" lvl="1" indent="-285513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2999" y="1600202"/>
            <a:ext cx="4038601" cy="4525963"/>
          </a:xfrm>
        </p:spPr>
        <p:txBody>
          <a:bodyPr/>
          <a:lstStyle>
            <a:lvl1pPr marL="342616" marR="0" indent="-342616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798"/>
            </a:lvl1pPr>
            <a:lvl2pPr marL="742335" marR="0" indent="-285513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599">
                <a:latin typeface="Arial" pitchFamily="34" charset="0"/>
                <a:cs typeface="Arial" pitchFamily="34" charset="0"/>
              </a:defRPr>
            </a:lvl2pPr>
            <a:lvl3pPr>
              <a:defRPr sz="1998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marL="342616" marR="0" lvl="0" indent="-342616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39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742335" marR="0" lvl="1" indent="-285513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335" marR="0" lvl="1" indent="-285513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335" marR="0" lvl="1" indent="-285513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398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616" marR="0" lvl="0" indent="-342616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39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616" marR="0" lvl="0" indent="-342616" algn="l" defTabSz="9136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398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398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398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1" y="152399"/>
            <a:ext cx="6324601" cy="1143001"/>
          </a:xfrm>
        </p:spPr>
        <p:txBody>
          <a:bodyPr anchor="ctr" anchorCtr="0">
            <a:normAutofit/>
          </a:bodyPr>
          <a:lstStyle>
            <a:lvl1pPr marL="0">
              <a:lnSpc>
                <a:spcPts val="3597"/>
              </a:lnSpc>
              <a:spcBef>
                <a:spcPts val="0"/>
              </a:spcBef>
              <a:buNone/>
              <a:defRPr sz="3597" b="1" spc="-151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133600" y="6553201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</p:grpSp>
      <p:sp>
        <p:nvSpPr>
          <p:cNvPr id="36" name="TextBox 35"/>
          <p:cNvSpPr txBox="1"/>
          <p:nvPr userDrawn="1"/>
        </p:nvSpPr>
        <p:spPr>
          <a:xfrm>
            <a:off x="3276599" y="6596390"/>
            <a:ext cx="58674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15241412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827088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821" indent="0">
              <a:buNone/>
              <a:defRPr sz="1998" b="1"/>
            </a:lvl2pPr>
            <a:lvl3pPr marL="913643" indent="0">
              <a:buNone/>
              <a:defRPr sz="1799" b="1"/>
            </a:lvl3pPr>
            <a:lvl4pPr marL="1370466" indent="0">
              <a:buNone/>
              <a:defRPr sz="1599" b="1"/>
            </a:lvl4pPr>
            <a:lvl5pPr marL="1827288" indent="0">
              <a:buNone/>
              <a:defRPr sz="1599" b="1"/>
            </a:lvl5pPr>
            <a:lvl6pPr marL="2284109" indent="0">
              <a:buNone/>
              <a:defRPr sz="1599" b="1"/>
            </a:lvl6pPr>
            <a:lvl7pPr marL="2740931" indent="0">
              <a:buNone/>
              <a:defRPr sz="1599" b="1"/>
            </a:lvl7pPr>
            <a:lvl8pPr marL="3197754" indent="0">
              <a:buNone/>
              <a:defRPr sz="1599" b="1"/>
            </a:lvl8pPr>
            <a:lvl9pPr marL="3654576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201"/>
            <a:ext cx="4040188" cy="3763962"/>
          </a:xfrm>
        </p:spPr>
        <p:txBody>
          <a:bodyPr/>
          <a:lstStyle>
            <a:lvl1pPr>
              <a:defRPr sz="2398"/>
            </a:lvl1pPr>
            <a:lvl2pPr>
              <a:defRPr sz="1998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827088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821" indent="0">
              <a:buNone/>
              <a:defRPr sz="1998" b="1"/>
            </a:lvl2pPr>
            <a:lvl3pPr marL="913643" indent="0">
              <a:buNone/>
              <a:defRPr sz="1799" b="1"/>
            </a:lvl3pPr>
            <a:lvl4pPr marL="1370466" indent="0">
              <a:buNone/>
              <a:defRPr sz="1599" b="1"/>
            </a:lvl4pPr>
            <a:lvl5pPr marL="1827288" indent="0">
              <a:buNone/>
              <a:defRPr sz="1599" b="1"/>
            </a:lvl5pPr>
            <a:lvl6pPr marL="2284109" indent="0">
              <a:buNone/>
              <a:defRPr sz="1599" b="1"/>
            </a:lvl6pPr>
            <a:lvl7pPr marL="2740931" indent="0">
              <a:buNone/>
              <a:defRPr sz="1599" b="1"/>
            </a:lvl7pPr>
            <a:lvl8pPr marL="3197754" indent="0">
              <a:buNone/>
              <a:defRPr sz="1599" b="1"/>
            </a:lvl8pPr>
            <a:lvl9pPr marL="3654576" indent="0">
              <a:buNone/>
              <a:defRPr sz="15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1"/>
            <a:ext cx="4041775" cy="3763962"/>
          </a:xfrm>
        </p:spPr>
        <p:txBody>
          <a:bodyPr/>
          <a:lstStyle>
            <a:lvl1pPr>
              <a:defRPr sz="2398"/>
            </a:lvl1pPr>
            <a:lvl2pPr>
              <a:defRPr sz="1998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1" y="152399"/>
            <a:ext cx="6324601" cy="1143001"/>
          </a:xfrm>
        </p:spPr>
        <p:txBody>
          <a:bodyPr anchor="ctr" anchorCtr="0">
            <a:normAutofit/>
          </a:bodyPr>
          <a:lstStyle>
            <a:lvl1pPr marL="0">
              <a:lnSpc>
                <a:spcPts val="3597"/>
              </a:lnSpc>
              <a:spcBef>
                <a:spcPts val="0"/>
              </a:spcBef>
              <a:buNone/>
              <a:defRPr sz="3597" b="1" spc="-151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2133600" y="6553201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2" y="1"/>
            <a:ext cx="2193193" cy="692696"/>
          </a:xfrm>
          <a:prstGeom prst="rect">
            <a:avLst/>
          </a:prstGeom>
        </p:spPr>
      </p:pic>
      <p:sp>
        <p:nvSpPr>
          <p:cNvPr id="23" name="TextBox 22"/>
          <p:cNvSpPr txBox="1"/>
          <p:nvPr userDrawn="1"/>
        </p:nvSpPr>
        <p:spPr>
          <a:xfrm>
            <a:off x="3276599" y="6596390"/>
            <a:ext cx="58674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25405586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1" y="152399"/>
            <a:ext cx="6324601" cy="1143001"/>
          </a:xfrm>
        </p:spPr>
        <p:txBody>
          <a:bodyPr anchor="ctr" anchorCtr="0">
            <a:normAutofit/>
          </a:bodyPr>
          <a:lstStyle>
            <a:lvl1pPr marL="0">
              <a:lnSpc>
                <a:spcPts val="3597"/>
              </a:lnSpc>
              <a:spcBef>
                <a:spcPts val="0"/>
              </a:spcBef>
              <a:buNone/>
              <a:defRPr sz="3597" b="1" spc="-151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1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2" y="1"/>
            <a:ext cx="2193193" cy="692696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3276599" y="6596390"/>
            <a:ext cx="58674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1628680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2"/>
            <a:ext cx="5111750" cy="4525963"/>
          </a:xfrm>
        </p:spPr>
        <p:txBody>
          <a:bodyPr/>
          <a:lstStyle>
            <a:lvl1pPr>
              <a:defRPr sz="3196"/>
            </a:lvl1pPr>
            <a:lvl2pPr>
              <a:defRPr sz="2798"/>
            </a:lvl2pPr>
            <a:lvl3pPr>
              <a:defRPr sz="2398"/>
            </a:lvl3pPr>
            <a:lvl4pPr>
              <a:defRPr sz="1998"/>
            </a:lvl4pPr>
            <a:lvl5pPr>
              <a:defRPr sz="1998"/>
            </a:lvl5pPr>
            <a:lvl6pPr>
              <a:defRPr sz="1998"/>
            </a:lvl6pPr>
            <a:lvl7pPr>
              <a:defRPr sz="1998"/>
            </a:lvl7pPr>
            <a:lvl8pPr>
              <a:defRPr sz="1998"/>
            </a:lvl8pPr>
            <a:lvl9pPr>
              <a:defRPr sz="19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600202"/>
            <a:ext cx="3008313" cy="4525963"/>
          </a:xfrm>
        </p:spPr>
        <p:txBody>
          <a:bodyPr/>
          <a:lstStyle>
            <a:lvl1pPr marL="0" indent="0">
              <a:buNone/>
              <a:defRPr sz="1399"/>
            </a:lvl1pPr>
            <a:lvl2pPr marL="456821" indent="0">
              <a:buNone/>
              <a:defRPr sz="1199"/>
            </a:lvl2pPr>
            <a:lvl3pPr marL="913643" indent="0">
              <a:buNone/>
              <a:defRPr sz="999"/>
            </a:lvl3pPr>
            <a:lvl4pPr marL="1370466" indent="0">
              <a:buNone/>
              <a:defRPr sz="900"/>
            </a:lvl4pPr>
            <a:lvl5pPr marL="1827288" indent="0">
              <a:buNone/>
              <a:defRPr sz="900"/>
            </a:lvl5pPr>
            <a:lvl6pPr marL="2284109" indent="0">
              <a:buNone/>
              <a:defRPr sz="900"/>
            </a:lvl6pPr>
            <a:lvl7pPr marL="2740931" indent="0">
              <a:buNone/>
              <a:defRPr sz="900"/>
            </a:lvl7pPr>
            <a:lvl8pPr marL="3197754" indent="0">
              <a:buNone/>
              <a:defRPr sz="900"/>
            </a:lvl8pPr>
            <a:lvl9pPr marL="365457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1" y="152399"/>
            <a:ext cx="6324601" cy="1143001"/>
          </a:xfrm>
        </p:spPr>
        <p:txBody>
          <a:bodyPr anchor="ctr" anchorCtr="0">
            <a:normAutofit/>
          </a:bodyPr>
          <a:lstStyle>
            <a:lvl1pPr marL="0">
              <a:lnSpc>
                <a:spcPts val="3597"/>
              </a:lnSpc>
              <a:spcBef>
                <a:spcPts val="0"/>
              </a:spcBef>
              <a:buNone/>
              <a:defRPr sz="3597" b="1" spc="-151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2133600" y="6553201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2" y="1"/>
            <a:ext cx="2193193" cy="692696"/>
          </a:xfrm>
          <a:prstGeom prst="rect">
            <a:avLst/>
          </a:prstGeom>
        </p:spPr>
      </p:pic>
      <p:sp>
        <p:nvSpPr>
          <p:cNvPr id="22" name="TextBox 21"/>
          <p:cNvSpPr txBox="1"/>
          <p:nvPr userDrawn="1"/>
        </p:nvSpPr>
        <p:spPr>
          <a:xfrm>
            <a:off x="3276599" y="6596390"/>
            <a:ext cx="58674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16889641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6"/>
            <a:ext cx="5486400" cy="304800"/>
          </a:xfrm>
        </p:spPr>
        <p:txBody>
          <a:bodyPr anchor="b">
            <a:normAutofit/>
          </a:bodyPr>
          <a:lstStyle>
            <a:lvl1pPr algn="l">
              <a:defRPr sz="1799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2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196"/>
            </a:lvl1pPr>
            <a:lvl2pPr marL="456821" indent="0">
              <a:buNone/>
              <a:defRPr sz="2798"/>
            </a:lvl2pPr>
            <a:lvl3pPr marL="913643" indent="0">
              <a:buNone/>
              <a:defRPr sz="2398"/>
            </a:lvl3pPr>
            <a:lvl4pPr marL="1370466" indent="0">
              <a:buNone/>
              <a:defRPr sz="1998"/>
            </a:lvl4pPr>
            <a:lvl5pPr marL="1827288" indent="0">
              <a:buNone/>
              <a:defRPr sz="1998"/>
            </a:lvl5pPr>
            <a:lvl6pPr marL="2284109" indent="0">
              <a:buNone/>
              <a:defRPr sz="1998"/>
            </a:lvl6pPr>
            <a:lvl7pPr marL="2740931" indent="0">
              <a:buNone/>
              <a:defRPr sz="1998"/>
            </a:lvl7pPr>
            <a:lvl8pPr marL="3197754" indent="0">
              <a:buNone/>
              <a:defRPr sz="1998"/>
            </a:lvl8pPr>
            <a:lvl9pPr marL="3654576" indent="0">
              <a:buNone/>
              <a:defRPr sz="199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6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599"/>
            </a:lvl1pPr>
            <a:lvl2pPr marL="456821" indent="0">
              <a:buNone/>
              <a:defRPr sz="1199"/>
            </a:lvl2pPr>
            <a:lvl3pPr marL="913643" indent="0">
              <a:buNone/>
              <a:defRPr sz="999"/>
            </a:lvl3pPr>
            <a:lvl4pPr marL="1370466" indent="0">
              <a:buNone/>
              <a:defRPr sz="900"/>
            </a:lvl4pPr>
            <a:lvl5pPr marL="1827288" indent="0">
              <a:buNone/>
              <a:defRPr sz="900"/>
            </a:lvl5pPr>
            <a:lvl6pPr marL="2284109" indent="0">
              <a:buNone/>
              <a:defRPr sz="900"/>
            </a:lvl6pPr>
            <a:lvl7pPr marL="2740931" indent="0">
              <a:buNone/>
              <a:defRPr sz="900"/>
            </a:lvl7pPr>
            <a:lvl8pPr marL="3197754" indent="0">
              <a:buNone/>
              <a:defRPr sz="900"/>
            </a:lvl8pPr>
            <a:lvl9pPr marL="3654576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1" y="152399"/>
            <a:ext cx="6324601" cy="1143001"/>
          </a:xfrm>
        </p:spPr>
        <p:txBody>
          <a:bodyPr anchor="ctr" anchorCtr="0">
            <a:normAutofit/>
          </a:bodyPr>
          <a:lstStyle>
            <a:lvl1pPr marL="0">
              <a:lnSpc>
                <a:spcPts val="3597"/>
              </a:lnSpc>
              <a:spcBef>
                <a:spcPts val="0"/>
              </a:spcBef>
              <a:buNone/>
              <a:defRPr sz="3597" b="1" spc="-151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1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2" y="1"/>
            <a:ext cx="2193193" cy="692696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3276599" y="6596390"/>
            <a:ext cx="58674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2738950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1" y="152399"/>
            <a:ext cx="6324601" cy="1143001"/>
          </a:xfrm>
        </p:spPr>
        <p:txBody>
          <a:bodyPr anchor="ctr" anchorCtr="0">
            <a:normAutofit/>
          </a:bodyPr>
          <a:lstStyle>
            <a:lvl1pPr marL="0">
              <a:lnSpc>
                <a:spcPts val="3597"/>
              </a:lnSpc>
              <a:spcBef>
                <a:spcPts val="0"/>
              </a:spcBef>
              <a:buNone/>
              <a:defRPr sz="3597" b="1" spc="-151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2133600" y="6553201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2" y="1"/>
            <a:ext cx="2193193" cy="692696"/>
          </a:xfrm>
          <a:prstGeom prst="rect">
            <a:avLst/>
          </a:prstGeom>
        </p:spPr>
      </p:pic>
      <p:sp>
        <p:nvSpPr>
          <p:cNvPr id="33" name="TextBox 32"/>
          <p:cNvSpPr txBox="1"/>
          <p:nvPr userDrawn="1"/>
        </p:nvSpPr>
        <p:spPr>
          <a:xfrm>
            <a:off x="3276599" y="6596390"/>
            <a:ext cx="58674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19209740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1" y="381001"/>
            <a:ext cx="60198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0" y="2743200"/>
            <a:ext cx="5867400" cy="1143001"/>
          </a:xfrm>
        </p:spPr>
        <p:txBody>
          <a:bodyPr anchor="ctr" anchorCtr="0">
            <a:normAutofit/>
          </a:bodyPr>
          <a:lstStyle>
            <a:lvl1pPr marL="0">
              <a:lnSpc>
                <a:spcPts val="3597"/>
              </a:lnSpc>
              <a:spcBef>
                <a:spcPts val="0"/>
              </a:spcBef>
              <a:buNone/>
              <a:defRPr sz="3597" b="1" spc="-151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5006340" y="2567940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56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4" y="1131250"/>
            <a:ext cx="2193193" cy="692698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9" y="3808883"/>
            <a:ext cx="586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Hyderabad</a:t>
            </a:r>
            <a:r>
              <a:rPr lang="en-US" sz="900" baseline="0" dirty="0">
                <a:solidFill>
                  <a:srgbClr val="101141"/>
                </a:solidFill>
                <a:latin typeface="Arial"/>
                <a:cs typeface="Arial"/>
              </a:rPr>
              <a:t>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Campus</a:t>
            </a:r>
          </a:p>
        </p:txBody>
      </p:sp>
    </p:spTree>
    <p:extLst>
      <p:ext uri="{BB962C8B-B14F-4D97-AF65-F5344CB8AC3E}">
        <p14:creationId xmlns:p14="http://schemas.microsoft.com/office/powerpoint/2010/main" val="750277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F69ADBB-61B0-4E4F-9A27-A2CBF48D4DAE}" type="datetimeFigureOut">
              <a:rPr lang="en-US" altLang="en-US"/>
              <a:pPr>
                <a:defRPr/>
              </a:pPr>
              <a:t>11/12/25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D7759D2-DC1F-438A-A5BD-0056D95820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21" r:id="rId1"/>
    <p:sldLayoutId id="2147485022" r:id="rId2"/>
    <p:sldLayoutId id="2147485023" r:id="rId3"/>
    <p:sldLayoutId id="2147485024" r:id="rId4"/>
    <p:sldLayoutId id="2147485025" r:id="rId5"/>
    <p:sldLayoutId id="2147485026" r:id="rId6"/>
    <p:sldLayoutId id="2147485027" r:id="rId7"/>
    <p:sldLayoutId id="2147485028" r:id="rId8"/>
    <p:sldLayoutId id="2147485029" r:id="rId9"/>
    <p:sldLayoutId id="2147485030" r:id="rId10"/>
    <p:sldLayoutId id="214748503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MS PGothic" panose="020B0600070205080204" pitchFamily="34" charset="-128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MS PGothic" panose="020B0600070205080204" pitchFamily="34" charset="-128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MS PGothic" panose="020B0600070205080204" pitchFamily="34" charset="-128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MS PGothic" panose="020B0600070205080204" pitchFamily="34" charset="-128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MS PGothic" panose="020B0600070205080204" pitchFamily="34" charset="-128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MS PGothic" panose="020B0600070205080204" pitchFamily="34" charset="-128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Arial" charset="0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24/7/2013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2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9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AAOC ZC222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9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14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33" r:id="rId1"/>
    <p:sldLayoutId id="2147485034" r:id="rId2"/>
    <p:sldLayoutId id="2147485035" r:id="rId3"/>
    <p:sldLayoutId id="2147485036" r:id="rId4"/>
    <p:sldLayoutId id="2147485037" r:id="rId5"/>
    <p:sldLayoutId id="2147485038" r:id="rId6"/>
    <p:sldLayoutId id="2147485039" r:id="rId7"/>
    <p:sldLayoutId id="2147485040" r:id="rId8"/>
    <p:sldLayoutId id="2147485041" r:id="rId9"/>
    <p:sldLayoutId id="2147485042" r:id="rId10"/>
    <p:sldLayoutId id="2147485043" r:id="rId11"/>
  </p:sldLayoutIdLst>
  <p:hf hdr="0"/>
  <p:txStyles>
    <p:titleStyle>
      <a:lvl1pPr algn="l" defTabSz="913643" rtl="0" eaLnBrk="1" latinLnBrk="0" hangingPunct="1">
        <a:spcBef>
          <a:spcPct val="0"/>
        </a:spcBef>
        <a:buNone/>
        <a:defRPr sz="3997" b="1" kern="1200" spc="-151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616" indent="-342616" algn="l" defTabSz="913643" rtl="0" eaLnBrk="1" latinLnBrk="0" hangingPunct="1">
        <a:spcBef>
          <a:spcPct val="20000"/>
        </a:spcBef>
        <a:buFont typeface="Arial" pitchFamily="34" charset="0"/>
        <a:buChar char="•"/>
        <a:defRPr sz="3196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335" indent="-285513" algn="l" defTabSz="913643" rtl="0" eaLnBrk="1" latinLnBrk="0" hangingPunct="1">
        <a:spcBef>
          <a:spcPct val="20000"/>
        </a:spcBef>
        <a:buFont typeface="Arial" pitchFamily="34" charset="0"/>
        <a:buChar char="–"/>
        <a:defRPr sz="279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2056" indent="-228411" algn="l" defTabSz="913643" rtl="0" eaLnBrk="1" latinLnBrk="0" hangingPunct="1">
        <a:spcBef>
          <a:spcPct val="20000"/>
        </a:spcBef>
        <a:buFont typeface="Arial" pitchFamily="34" charset="0"/>
        <a:buChar char="•"/>
        <a:defRPr sz="239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8877" indent="-228411" algn="l" defTabSz="913643" rtl="0" eaLnBrk="1" latinLnBrk="0" hangingPunct="1">
        <a:spcBef>
          <a:spcPct val="20000"/>
        </a:spcBef>
        <a:buFont typeface="Arial" pitchFamily="34" charset="0"/>
        <a:buChar char="–"/>
        <a:defRPr sz="199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5699" indent="-228411" algn="l" defTabSz="913643" rtl="0" eaLnBrk="1" latinLnBrk="0" hangingPunct="1">
        <a:spcBef>
          <a:spcPct val="20000"/>
        </a:spcBef>
        <a:buFont typeface="Arial" pitchFamily="34" charset="0"/>
        <a:buChar char="»"/>
        <a:defRPr sz="199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2520" indent="-228411" algn="l" defTabSz="913643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344" indent="-228411" algn="l" defTabSz="913643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165" indent="-228411" algn="l" defTabSz="913643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8pPr>
      <a:lvl9pPr marL="3882987" indent="-228411" algn="l" defTabSz="913643" rtl="0" eaLnBrk="1" latinLnBrk="0" hangingPunct="1">
        <a:spcBef>
          <a:spcPct val="20000"/>
        </a:spcBef>
        <a:buFont typeface="Arial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6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821" algn="l" defTabSz="9136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643" algn="l" defTabSz="9136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466" algn="l" defTabSz="9136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288" algn="l" defTabSz="9136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109" algn="l" defTabSz="9136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0931" algn="l" defTabSz="9136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7754" algn="l" defTabSz="9136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4576" algn="l" defTabSz="9136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png"/><Relationship Id="rId3" Type="http://schemas.openxmlformats.org/officeDocument/2006/relationships/image" Target="../media/image35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6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7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9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0.emf"/><Relationship Id="rId3" Type="http://schemas.openxmlformats.org/officeDocument/2006/relationships/image" Target="../media/image41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ea typeface="+mj-ea"/>
              </a:rPr>
              <a:t>Mathematical Foundations</a:t>
            </a:r>
          </a:p>
        </p:txBody>
      </p:sp>
      <p:sp>
        <p:nvSpPr>
          <p:cNvPr id="15363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/>
              <a:t>MFDS &amp; MFML Team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279400" y="4648200"/>
            <a:ext cx="8585200" cy="1600200"/>
          </a:xfrm>
        </p:spPr>
        <p:txBody>
          <a:bodyPr/>
          <a:lstStyle/>
          <a:p>
            <a:pPr latinLnBrk="1">
              <a:defRPr/>
            </a:pPr>
            <a:r>
              <a:rPr lang="en-US" sz="2000" dirty="0">
                <a:solidFill>
                  <a:srgbClr val="FF0000"/>
                </a:solidFill>
                <a:latin typeface="Lato Extended"/>
              </a:rPr>
              <a:t>Mathematical Foundations</a:t>
            </a:r>
            <a:endParaRPr lang="en-US" dirty="0">
              <a:solidFill>
                <a:srgbClr val="FF0000"/>
              </a:solidFill>
              <a:latin typeface="Palatino Linotype"/>
              <a:ea typeface="+mn-ea"/>
              <a:cs typeface="Palatino Linotype"/>
            </a:endParaRPr>
          </a:p>
          <a:p>
            <a:pPr eaLnBrk="1" hangingPunct="1">
              <a:spcBef>
                <a:spcPct val="0"/>
              </a:spcBef>
              <a:defRPr/>
            </a:pPr>
            <a:r>
              <a:rPr lang="en-US" dirty="0">
                <a:latin typeface="Palatino Linotype"/>
                <a:ea typeface="+mn-ea"/>
                <a:cs typeface="Palatino Linotype"/>
              </a:rPr>
              <a:t>Webinar#2</a:t>
            </a:r>
          </a:p>
          <a:p>
            <a:pPr eaLnBrk="1" hangingPunct="1">
              <a:spcBef>
                <a:spcPct val="0"/>
              </a:spcBef>
              <a:defRPr/>
            </a:pPr>
            <a:endParaRPr lang="en-US" dirty="0">
              <a:latin typeface="Palatino Linotype"/>
              <a:ea typeface="+mn-ea"/>
              <a:cs typeface="Palatino Linotype"/>
            </a:endParaRP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endParaRPr lang="en-US" dirty="0">
              <a:latin typeface="Palatino Linotype"/>
              <a:ea typeface="+mn-ea"/>
              <a:cs typeface="Palatino Linoty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Content Placeholder 1"/>
          <p:cNvSpPr>
            <a:spLocks noGrp="1"/>
          </p:cNvSpPr>
          <p:nvPr>
            <p:ph idx="1"/>
          </p:nvPr>
        </p:nvSpPr>
        <p:spPr>
          <a:xfrm>
            <a:off x="76200" y="1447800"/>
            <a:ext cx="8991600" cy="5181600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defRPr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on  </a:t>
            </a:r>
          </a:p>
          <a:p>
            <a:pPr marL="0" indent="0" fontAlgn="base">
              <a:spcAft>
                <a:spcPct val="0"/>
              </a:spcAft>
              <a:defRPr/>
            </a:pPr>
            <a:endParaRPr lang="en-US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Orthogonal Matrices </a:t>
            </a:r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Gram-Schmidt orthogonalization</a:t>
            </a:r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 polynomial</a:t>
            </a:r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Eigen values and Eigen vectors</a:t>
            </a:r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Spectral theorem </a:t>
            </a:r>
          </a:p>
          <a:p>
            <a:pPr marL="457200" indent="-457200" fontAlgn="base">
              <a:spcAft>
                <a:spcPct val="0"/>
              </a:spcAft>
              <a:buFont typeface="Arial" pitchFamily="34" charset="0"/>
              <a:buChar char="•"/>
              <a:defRPr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Singular Value Decomposition</a:t>
            </a:r>
          </a:p>
          <a:p>
            <a:pPr marL="0" indent="0" fontAlgn="base">
              <a:spcAft>
                <a:spcPct val="0"/>
              </a:spcAft>
              <a:defRPr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fontAlgn="base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q"/>
              <a:defRPr/>
            </a:pPr>
            <a:endParaRPr lang="en-US" alt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914400"/>
          </a:xfrm>
        </p:spPr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sz="4000" dirty="0"/>
              <a:t>Agenda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Content Placeholder 1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490663"/>
            <a:ext cx="8455025" cy="4829175"/>
          </a:xfrm>
          <a:ln>
            <a:solidFill>
              <a:schemeClr val="bg1"/>
            </a:solidFill>
            <a:miter lim="800000"/>
            <a:headEnd/>
            <a:tailEnd/>
          </a:ln>
        </p:spPr>
      </p:pic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76200" y="152400"/>
            <a:ext cx="63246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Some Important Definitions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76200" y="4019550"/>
            <a:ext cx="29718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0000"/>
                </a:solidFill>
              </a:rPr>
              <a:t>orthonormal</a:t>
            </a:r>
          </a:p>
        </p:txBody>
      </p:sp>
      <p:sp>
        <p:nvSpPr>
          <p:cNvPr id="18437" name="TextBox 6"/>
          <p:cNvSpPr txBox="1">
            <a:spLocks noChangeArrowheads="1"/>
          </p:cNvSpPr>
          <p:nvPr/>
        </p:nvSpPr>
        <p:spPr bwMode="auto">
          <a:xfrm>
            <a:off x="4033838" y="299085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8438" name="TextBox 7"/>
          <p:cNvSpPr txBox="1">
            <a:spLocks noChangeArrowheads="1"/>
          </p:cNvSpPr>
          <p:nvPr/>
        </p:nvSpPr>
        <p:spPr bwMode="auto">
          <a:xfrm>
            <a:off x="3886200" y="3905250"/>
            <a:ext cx="655638" cy="9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" name="Rectangle 1"/>
          <p:cNvSpPr/>
          <p:nvPr/>
        </p:nvSpPr>
        <p:spPr>
          <a:xfrm>
            <a:off x="76200" y="1952625"/>
            <a:ext cx="29718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0000"/>
                </a:solidFill>
              </a:rPr>
              <a:t>orthonormal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" y="2306638"/>
            <a:ext cx="8832850" cy="4889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600" dirty="0"/>
              <a:t>(Orthonormal columns means dot product of any two columns is zero and each column is of length 1)</a:t>
            </a:r>
            <a:endParaRPr lang="en-IN" sz="1600" dirty="0"/>
          </a:p>
        </p:txBody>
      </p:sp>
      <p:sp>
        <p:nvSpPr>
          <p:cNvPr id="18441" name="TextBox 7"/>
          <p:cNvSpPr txBox="1">
            <a:spLocks noChangeArrowheads="1"/>
          </p:cNvSpPr>
          <p:nvPr/>
        </p:nvSpPr>
        <p:spPr bwMode="auto">
          <a:xfrm>
            <a:off x="936625" y="2795588"/>
            <a:ext cx="25908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dirty="0"/>
              <a:t>Equivalently, we can say</a:t>
            </a:r>
            <a:endParaRPr lang="en-IN" alt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Gram-Schmidt Orthonormalization Method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7104" y="2287050"/>
            <a:ext cx="5252977" cy="3781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84844" y="1449620"/>
            <a:ext cx="7080100" cy="922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643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799" dirty="0">
                <a:solidFill>
                  <a:prstClr val="black"/>
                </a:solidFill>
                <a:latin typeface="Calibri"/>
                <a:ea typeface="+mn-ea"/>
              </a:rPr>
              <a:t>Given a linearly independent set {x</a:t>
            </a:r>
            <a:r>
              <a:rPr lang="en-US" sz="1799" baseline="-25000" dirty="0">
                <a:solidFill>
                  <a:prstClr val="black"/>
                </a:solidFill>
                <a:latin typeface="Calibri"/>
                <a:ea typeface="+mn-ea"/>
              </a:rPr>
              <a:t>1</a:t>
            </a:r>
            <a:r>
              <a:rPr lang="en-US" sz="1799" dirty="0">
                <a:solidFill>
                  <a:prstClr val="black"/>
                </a:solidFill>
                <a:latin typeface="Calibri"/>
                <a:ea typeface="+mn-ea"/>
              </a:rPr>
              <a:t>, x</a:t>
            </a:r>
            <a:r>
              <a:rPr lang="en-US" sz="1799" baseline="-25000" dirty="0">
                <a:solidFill>
                  <a:prstClr val="black"/>
                </a:solidFill>
                <a:latin typeface="Calibri"/>
                <a:ea typeface="+mn-ea"/>
              </a:rPr>
              <a:t>2</a:t>
            </a:r>
            <a:r>
              <a:rPr lang="en-US" sz="1799" dirty="0">
                <a:solidFill>
                  <a:prstClr val="black"/>
                </a:solidFill>
                <a:latin typeface="Calibri"/>
                <a:ea typeface="+mn-ea"/>
              </a:rPr>
              <a:t>, …. </a:t>
            </a:r>
            <a:r>
              <a:rPr lang="en-US" sz="1799" dirty="0" err="1">
                <a:solidFill>
                  <a:prstClr val="black"/>
                </a:solidFill>
                <a:latin typeface="Calibri"/>
                <a:ea typeface="+mn-ea"/>
              </a:rPr>
              <a:t>x</a:t>
            </a:r>
            <a:r>
              <a:rPr lang="en-US" sz="1799" baseline="-25000" dirty="0" err="1">
                <a:solidFill>
                  <a:prstClr val="black"/>
                </a:solidFill>
                <a:latin typeface="Calibri"/>
                <a:ea typeface="+mn-ea"/>
              </a:rPr>
              <a:t>n</a:t>
            </a:r>
            <a:r>
              <a:rPr lang="en-US" sz="1799" dirty="0">
                <a:solidFill>
                  <a:prstClr val="black"/>
                </a:solidFill>
                <a:latin typeface="Calibri"/>
                <a:ea typeface="+mn-ea"/>
              </a:rPr>
              <a:t>}  we have to find an orthonormal set {e</a:t>
            </a:r>
            <a:r>
              <a:rPr lang="en-US" sz="1799" baseline="-25000" dirty="0">
                <a:solidFill>
                  <a:prstClr val="black"/>
                </a:solidFill>
                <a:latin typeface="Calibri"/>
                <a:ea typeface="+mn-ea"/>
              </a:rPr>
              <a:t>1</a:t>
            </a:r>
            <a:r>
              <a:rPr lang="en-US" sz="1799" dirty="0">
                <a:solidFill>
                  <a:prstClr val="black"/>
                </a:solidFill>
                <a:latin typeface="Calibri"/>
                <a:ea typeface="+mn-ea"/>
              </a:rPr>
              <a:t>, e</a:t>
            </a:r>
            <a:r>
              <a:rPr lang="en-US" sz="1799" baseline="-25000" dirty="0">
                <a:solidFill>
                  <a:prstClr val="black"/>
                </a:solidFill>
                <a:latin typeface="Calibri"/>
                <a:ea typeface="+mn-ea"/>
              </a:rPr>
              <a:t>2</a:t>
            </a:r>
            <a:r>
              <a:rPr lang="en-US" sz="1799" dirty="0">
                <a:solidFill>
                  <a:prstClr val="black"/>
                </a:solidFill>
                <a:latin typeface="Calibri"/>
                <a:ea typeface="+mn-ea"/>
              </a:rPr>
              <a:t>, … e</a:t>
            </a:r>
            <a:r>
              <a:rPr lang="en-US" sz="1799" baseline="-25000" dirty="0">
                <a:solidFill>
                  <a:prstClr val="black"/>
                </a:solidFill>
                <a:latin typeface="Calibri"/>
                <a:ea typeface="+mn-ea"/>
              </a:rPr>
              <a:t>n</a:t>
            </a:r>
            <a:r>
              <a:rPr lang="en-US" sz="1799" dirty="0">
                <a:solidFill>
                  <a:prstClr val="black"/>
                </a:solidFill>
                <a:latin typeface="Calibri"/>
                <a:ea typeface="+mn-ea"/>
              </a:rPr>
              <a:t>}  such that span {x</a:t>
            </a:r>
            <a:r>
              <a:rPr lang="en-US" sz="1799" baseline="-25000" dirty="0">
                <a:solidFill>
                  <a:prstClr val="black"/>
                </a:solidFill>
                <a:latin typeface="Calibri"/>
                <a:ea typeface="+mn-ea"/>
              </a:rPr>
              <a:t>1</a:t>
            </a:r>
            <a:r>
              <a:rPr lang="en-US" sz="1799" dirty="0">
                <a:solidFill>
                  <a:prstClr val="black"/>
                </a:solidFill>
                <a:latin typeface="Calibri"/>
                <a:ea typeface="+mn-ea"/>
              </a:rPr>
              <a:t>, x</a:t>
            </a:r>
            <a:r>
              <a:rPr lang="en-US" sz="1799" baseline="-25000" dirty="0">
                <a:solidFill>
                  <a:prstClr val="black"/>
                </a:solidFill>
                <a:latin typeface="Calibri"/>
                <a:ea typeface="+mn-ea"/>
              </a:rPr>
              <a:t>2</a:t>
            </a:r>
            <a:r>
              <a:rPr lang="en-US" sz="1799" dirty="0">
                <a:solidFill>
                  <a:prstClr val="black"/>
                </a:solidFill>
                <a:latin typeface="Calibri"/>
                <a:ea typeface="+mn-ea"/>
              </a:rPr>
              <a:t>, …. </a:t>
            </a:r>
            <a:r>
              <a:rPr lang="en-US" sz="1799" dirty="0" err="1">
                <a:solidFill>
                  <a:prstClr val="black"/>
                </a:solidFill>
                <a:latin typeface="Calibri"/>
                <a:ea typeface="+mn-ea"/>
              </a:rPr>
              <a:t>x</a:t>
            </a:r>
            <a:r>
              <a:rPr lang="en-US" sz="1799" baseline="-25000" dirty="0" err="1">
                <a:solidFill>
                  <a:prstClr val="black"/>
                </a:solidFill>
                <a:latin typeface="Calibri"/>
                <a:ea typeface="+mn-ea"/>
              </a:rPr>
              <a:t>n</a:t>
            </a:r>
            <a:r>
              <a:rPr lang="en-US" sz="1799" dirty="0">
                <a:solidFill>
                  <a:prstClr val="black"/>
                </a:solidFill>
                <a:latin typeface="Calibri"/>
                <a:ea typeface="+mn-ea"/>
              </a:rPr>
              <a:t>}  = span {e</a:t>
            </a:r>
            <a:r>
              <a:rPr lang="en-US" sz="1799" baseline="-25000" dirty="0">
                <a:solidFill>
                  <a:prstClr val="black"/>
                </a:solidFill>
                <a:latin typeface="Calibri"/>
                <a:ea typeface="+mn-ea"/>
              </a:rPr>
              <a:t>1</a:t>
            </a:r>
            <a:r>
              <a:rPr lang="en-US" sz="1799" dirty="0">
                <a:solidFill>
                  <a:prstClr val="black"/>
                </a:solidFill>
                <a:latin typeface="Calibri"/>
                <a:ea typeface="+mn-ea"/>
              </a:rPr>
              <a:t>, e</a:t>
            </a:r>
            <a:r>
              <a:rPr lang="en-US" sz="1799" baseline="-25000" dirty="0">
                <a:solidFill>
                  <a:prstClr val="black"/>
                </a:solidFill>
                <a:latin typeface="Calibri"/>
                <a:ea typeface="+mn-ea"/>
              </a:rPr>
              <a:t>2</a:t>
            </a:r>
            <a:r>
              <a:rPr lang="en-US" sz="1799" dirty="0">
                <a:solidFill>
                  <a:prstClr val="black"/>
                </a:solidFill>
                <a:latin typeface="Calibri"/>
                <a:ea typeface="+mn-ea"/>
              </a:rPr>
              <a:t>, … e</a:t>
            </a:r>
            <a:r>
              <a:rPr lang="en-US" sz="1799" baseline="-25000" dirty="0">
                <a:solidFill>
                  <a:prstClr val="black"/>
                </a:solidFill>
                <a:latin typeface="Calibri"/>
                <a:ea typeface="+mn-ea"/>
              </a:rPr>
              <a:t>n</a:t>
            </a:r>
            <a:r>
              <a:rPr lang="en-US" sz="1799" dirty="0">
                <a:solidFill>
                  <a:prstClr val="black"/>
                </a:solidFill>
                <a:latin typeface="Calibri"/>
                <a:ea typeface="+mn-ea"/>
              </a:rPr>
              <a:t>} 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Gram-Schmidt </a:t>
            </a:r>
            <a:r>
              <a:rPr lang="en-US" dirty="0" err="1"/>
              <a:t>Orthonormalization</a:t>
            </a:r>
            <a:r>
              <a:rPr lang="en-US" dirty="0"/>
              <a:t> Method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7107" y="1525750"/>
            <a:ext cx="6547188" cy="4890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CABD106-9D14-AD2C-5282-766428B526B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pic>
        <p:nvPicPr>
          <p:cNvPr id="5" name="Picture 4" descr="Screen Shot 2025-12-11 at 3.08.2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0"/>
            <a:ext cx="8241670" cy="469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978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2CABD106-9D14-AD2C-5282-766428B526B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1" y="152399"/>
            <a:ext cx="6324601" cy="1143001"/>
          </a:xfrm>
        </p:spPr>
        <p:txBody>
          <a:bodyPr/>
          <a:lstStyle/>
          <a:p>
            <a:r>
              <a:rPr lang="en-IN" dirty="0"/>
              <a:t>Example</a:t>
            </a:r>
          </a:p>
        </p:txBody>
      </p:sp>
      <p:pic>
        <p:nvPicPr>
          <p:cNvPr id="6" name="Picture 5" descr="Screen Shot 2025-12-11 at 3.09.0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56238"/>
            <a:ext cx="7279880" cy="471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09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2CABD106-9D14-AD2C-5282-766428B526B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1" y="152399"/>
            <a:ext cx="6324601" cy="1143001"/>
          </a:xfrm>
        </p:spPr>
        <p:txBody>
          <a:bodyPr/>
          <a:lstStyle/>
          <a:p>
            <a:r>
              <a:rPr lang="en-IN" dirty="0"/>
              <a:t>Example</a:t>
            </a:r>
          </a:p>
        </p:txBody>
      </p:sp>
      <p:pic>
        <p:nvPicPr>
          <p:cNvPr id="6" name="Picture 5" descr="Screen Shot 2025-12-11 at 3.10.0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447800"/>
            <a:ext cx="8634386" cy="477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388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2CABD106-9D14-AD2C-5282-766428B526B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1" y="152399"/>
            <a:ext cx="6324601" cy="1143001"/>
          </a:xfrm>
        </p:spPr>
        <p:txBody>
          <a:bodyPr/>
          <a:lstStyle/>
          <a:p>
            <a:r>
              <a:rPr lang="en-IN" dirty="0"/>
              <a:t>Example</a:t>
            </a:r>
          </a:p>
        </p:txBody>
      </p:sp>
      <p:pic>
        <p:nvPicPr>
          <p:cNvPr id="6" name="Picture 5" descr="Screen Shot 2025-12-11 at 3.10.4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600200"/>
            <a:ext cx="7061604" cy="410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456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6B5C7F0C-92F6-CB83-0731-B66972DE294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Problem on Diagonalization</a:t>
            </a:r>
          </a:p>
        </p:txBody>
      </p:sp>
      <p:pic>
        <p:nvPicPr>
          <p:cNvPr id="3" name="Picture 2" descr="Screen Shot 2025-12-11 at 3.11.2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524000"/>
            <a:ext cx="827024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73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304800" y="1493837"/>
            <a:ext cx="8686800" cy="4830763"/>
          </a:xfrm>
          <a:blipFill>
            <a:blip r:embed="rId2"/>
            <a:stretch>
              <a:fillRect l="-1053" t="-883"/>
            </a:stretch>
          </a:blipFill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IN" dirty="0">
                <a:noFill/>
              </a:rPr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248400" cy="1066800"/>
          </a:xfrm>
        </p:spPr>
        <p:txBody>
          <a:bodyPr/>
          <a:lstStyle/>
          <a:p>
            <a:pPr>
              <a:defRPr/>
            </a:pPr>
            <a:r>
              <a:rPr lang="en-US" dirty="0"/>
              <a:t> Characteristics Polynomial</a:t>
            </a:r>
            <a:endParaRPr lang="en-IN" dirty="0"/>
          </a:p>
          <a:p>
            <a:pPr>
              <a:defRPr/>
            </a:pPr>
            <a:r>
              <a:rPr lang="en-US" dirty="0"/>
              <a:t> </a:t>
            </a:r>
            <a:endParaRPr lang="en-IN" dirty="0"/>
          </a:p>
        </p:txBody>
      </p:sp>
      <p:sp>
        <p:nvSpPr>
          <p:cNvPr id="23556" name="TextBox 6"/>
          <p:cNvSpPr txBox="1">
            <a:spLocks noChangeArrowheads="1"/>
          </p:cNvSpPr>
          <p:nvPr/>
        </p:nvSpPr>
        <p:spPr bwMode="auto">
          <a:xfrm>
            <a:off x="4114800" y="3200400"/>
            <a:ext cx="3286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/>
              <a:t>-</a:t>
            </a:r>
            <a:r>
              <a:rPr lang="en-US" altLang="en-US" sz="1200"/>
              <a:t>1</a:t>
            </a:r>
            <a:endParaRPr lang="en-IN" altLang="en-US" sz="1200"/>
          </a:p>
        </p:txBody>
      </p:sp>
      <p:sp>
        <p:nvSpPr>
          <p:cNvPr id="8" name="Rectangle 7"/>
          <p:cNvSpPr/>
          <p:nvPr/>
        </p:nvSpPr>
        <p:spPr>
          <a:xfrm>
            <a:off x="2667000" y="3841750"/>
            <a:ext cx="304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Eigenvalues and eigenvectors</a:t>
            </a:r>
          </a:p>
        </p:txBody>
      </p:sp>
      <p:sp>
        <p:nvSpPr>
          <p:cNvPr id="24579" name="TextBox 3"/>
          <p:cNvSpPr txBox="1">
            <a:spLocks noChangeArrowheads="1"/>
          </p:cNvSpPr>
          <p:nvPr/>
        </p:nvSpPr>
        <p:spPr bwMode="auto">
          <a:xfrm>
            <a:off x="533400" y="1555750"/>
            <a:ext cx="85344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Let A  be </a:t>
            </a:r>
            <a:r>
              <a:rPr lang="en-US" altLang="en-US" sz="2400" dirty="0" err="1"/>
              <a:t>n×n</a:t>
            </a:r>
            <a:r>
              <a:rPr lang="en-US" altLang="en-US" sz="2400" dirty="0"/>
              <a:t>  square matrix.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 λ ∈ R is called eigenvalue of A and x ∈ R</a:t>
            </a:r>
            <a:r>
              <a:rPr lang="en-US" altLang="en-US" sz="2400" b="1" baseline="30000" dirty="0"/>
              <a:t>n</a:t>
            </a:r>
            <a:r>
              <a:rPr lang="en-US" altLang="en-US" sz="2400" dirty="0"/>
              <a:t> \ {0} is the corresponding eigenvector of λ if  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                                      Ax = </a:t>
            </a:r>
            <a:r>
              <a:rPr lang="en-US" altLang="en-US" sz="2400" dirty="0" err="1"/>
              <a:t>λx</a:t>
            </a:r>
            <a:r>
              <a:rPr lang="en-US" altLang="en-US" sz="2400" dirty="0"/>
              <a:t>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This equation is called the eigenvalue equation.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616075"/>
            <a:ext cx="8077200" cy="1447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Box 1"/>
          <p:cNvSpPr txBox="1">
            <a:spLocks noChangeArrowheads="1"/>
          </p:cNvSpPr>
          <p:nvPr/>
        </p:nvSpPr>
        <p:spPr bwMode="auto">
          <a:xfrm>
            <a:off x="3352800" y="1827213"/>
            <a:ext cx="1841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Spectral Theorem </a:t>
            </a:r>
          </a:p>
        </p:txBody>
      </p:sp>
      <p:sp>
        <p:nvSpPr>
          <p:cNvPr id="25604" name="TextBox 8"/>
          <p:cNvSpPr txBox="1">
            <a:spLocks noChangeArrowheads="1"/>
          </p:cNvSpPr>
          <p:nvPr/>
        </p:nvSpPr>
        <p:spPr bwMode="auto">
          <a:xfrm>
            <a:off x="990600" y="1924050"/>
            <a:ext cx="76962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dirty="0"/>
              <a:t>Theorem:</a:t>
            </a:r>
            <a:r>
              <a:rPr lang="en-US" altLang="en-US" sz="2400" dirty="0"/>
              <a:t> If A is n x n  symmetric matrix then there exists an orthonormal basis of the corresponding vector space V consisting of the eigenvectors of A, and each eigenvalue is real.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71600"/>
            <a:ext cx="7742238" cy="509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7113588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47800"/>
            <a:ext cx="5913438" cy="4172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8D8A1CE-0732-B988-D42A-A080048E2396}"/>
              </a:ext>
            </a:extLst>
          </p:cNvPr>
          <p:cNvSpPr txBox="1"/>
          <p:nvPr/>
        </p:nvSpPr>
        <p:spPr>
          <a:xfrm>
            <a:off x="609600" y="5791200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Note: You can also form the characteristic equation: det(A – </a:t>
            </a:r>
            <a:r>
              <a:rPr lang="el-G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λ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I) = 0.</a:t>
            </a:r>
            <a:endParaRPr lang="en-IN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524000"/>
            <a:ext cx="6469063" cy="465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371600"/>
            <a:ext cx="6802438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423988"/>
            <a:ext cx="6846888" cy="500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371600"/>
            <a:ext cx="5935663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71600"/>
            <a:ext cx="7334250" cy="512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/>
          </p:cNvSpPr>
          <p:nvPr/>
        </p:nvSpPr>
        <p:spPr>
          <a:xfrm>
            <a:off x="79375" y="9525"/>
            <a:ext cx="6410325" cy="1001713"/>
          </a:xfrm>
          <a:prstGeom prst="rect">
            <a:avLst/>
          </a:prstGeom>
        </p:spPr>
        <p:txBody>
          <a:bodyPr lIns="0" tIns="382320" rIns="0" bIns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MS PGothic" panose="020B0600070205080204" pitchFamily="34" charset="-128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17500">
              <a:spcBef>
                <a:spcPts val="100"/>
              </a:spcBef>
              <a:defRPr/>
            </a:pPr>
            <a:r>
              <a:rPr lang="en-US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1</a:t>
            </a:r>
            <a:endParaRPr lang="en-IN" spc="-1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843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00200"/>
            <a:ext cx="7848600" cy="487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524000"/>
            <a:ext cx="6907213" cy="46355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Solution</a:t>
            </a:r>
            <a:endParaRPr lang="en-I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905000"/>
            <a:ext cx="8077200" cy="39624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Solution</a:t>
            </a:r>
            <a:endParaRPr lang="en-I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Problem 2</a:t>
            </a:r>
          </a:p>
        </p:txBody>
      </p:sp>
      <p:pic>
        <p:nvPicPr>
          <p:cNvPr id="38915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1447800"/>
            <a:ext cx="7932738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8" y="3962400"/>
            <a:ext cx="7402512" cy="185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TextBox 4"/>
          <p:cNvSpPr txBox="1">
            <a:spLocks noChangeArrowheads="1"/>
          </p:cNvSpPr>
          <p:nvPr/>
        </p:nvSpPr>
        <p:spPr bwMode="auto">
          <a:xfrm>
            <a:off x="598488" y="3352800"/>
            <a:ext cx="13827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Solution:</a:t>
            </a:r>
            <a:endParaRPr lang="en-IN" altLang="en-US"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772477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Problem 3</a:t>
            </a:r>
          </a:p>
        </p:txBody>
      </p:sp>
      <p:pic>
        <p:nvPicPr>
          <p:cNvPr id="40963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9213"/>
            <a:ext cx="8534400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Box 4"/>
          <p:cNvSpPr txBox="1">
            <a:spLocks noChangeArrowheads="1"/>
          </p:cNvSpPr>
          <p:nvPr/>
        </p:nvSpPr>
        <p:spPr bwMode="auto">
          <a:xfrm>
            <a:off x="381000" y="457200"/>
            <a:ext cx="5029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/>
              <a:t>Problem 3 </a:t>
            </a:r>
            <a:r>
              <a:rPr lang="mr-IN" altLang="en-US" sz="3600" b="1">
                <a:cs typeface="Mangal" pitchFamily="18" charset="0"/>
              </a:rPr>
              <a:t>–</a:t>
            </a:r>
            <a:r>
              <a:rPr lang="en-US" altLang="en-US" sz="3600" b="1">
                <a:cs typeface="Mangal" pitchFamily="18" charset="0"/>
              </a:rPr>
              <a:t> Solution </a:t>
            </a:r>
          </a:p>
        </p:txBody>
      </p:sp>
      <p:pic>
        <p:nvPicPr>
          <p:cNvPr id="4198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7391400" cy="404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Problem 3 - Solution</a:t>
            </a:r>
          </a:p>
        </p:txBody>
      </p:sp>
      <p:pic>
        <p:nvPicPr>
          <p:cNvPr id="43011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140200"/>
            <a:ext cx="6834188" cy="198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905000"/>
            <a:ext cx="72612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Content Placeholder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1150" y="1905000"/>
            <a:ext cx="7800975" cy="25908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Problem 3 B</a:t>
            </a:r>
            <a:endParaRPr lang="en-I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Problem 3 B solution</a:t>
            </a:r>
            <a:endParaRPr lang="en-IN" dirty="0"/>
          </a:p>
        </p:txBody>
      </p:sp>
      <p:pic>
        <p:nvPicPr>
          <p:cNvPr id="45059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828800"/>
            <a:ext cx="851217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" y="1600200"/>
            <a:ext cx="8747125" cy="37338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Problem 4</a:t>
            </a:r>
            <a:endParaRPr lang="en-I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371600"/>
            <a:ext cx="7620000" cy="51054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Problem 4 solution</a:t>
            </a:r>
            <a:endParaRPr lang="en-I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524000"/>
            <a:ext cx="7018338" cy="2201863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solution</a:t>
            </a:r>
            <a:endParaRPr lang="en-IN" dirty="0"/>
          </a:p>
        </p:txBody>
      </p:sp>
      <p:pic>
        <p:nvPicPr>
          <p:cNvPr id="48132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757613"/>
            <a:ext cx="8350250" cy="259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Content Placeholder 1"/>
          <p:cNvSpPr>
            <a:spLocks noGrp="1"/>
          </p:cNvSpPr>
          <p:nvPr>
            <p:ph idx="1"/>
          </p:nvPr>
        </p:nvSpPr>
        <p:spPr>
          <a:xfrm>
            <a:off x="762000" y="3124200"/>
            <a:ext cx="6934200" cy="2438400"/>
          </a:xfrm>
        </p:spPr>
        <p:txBody>
          <a:bodyPr/>
          <a:lstStyle/>
          <a:p>
            <a:pPr algn="ctr" fontAlgn="base">
              <a:spcAft>
                <a:spcPct val="0"/>
              </a:spcAft>
            </a:pPr>
            <a:r>
              <a:rPr lang="en-IN" altLang="en-US" sz="600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32" ma:contentTypeDescription="Create a new document." ma:contentTypeScope="" ma:versionID="62c7be92337541b430aa89ae92170225">
  <xsd:schema xmlns:xsd="http://www.w3.org/2001/XMLSchema" xmlns:xs="http://www.w3.org/2001/XMLSchema" xmlns:p="http://schemas.microsoft.com/office/2006/metadata/properties" xmlns:ns2="0a2451e9-b2b7-43a3-aada-52e3e0c35c47" xmlns:ns3="7007aa70-762f-4b31-aded-bfa7aca65826" targetNamespace="http://schemas.microsoft.com/office/2006/metadata/properties" ma:root="true" ma:fieldsID="6bf9aa7f290f016ad30c1f432a629028" ns2:_="" ns3:_="">
    <xsd:import namespace="0a2451e9-b2b7-43a3-aada-52e3e0c35c47"/>
    <xsd:import namespace="7007aa70-762f-4b31-aded-bfa7aca65826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07aa70-762f-4b31-aded-bfa7aca65826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61294dec-a7db-4640-b18d-273187c9ed97}" ma:internalName="TaxCatchAll" ma:showField="CatchAllData" ma:web="7007aa70-762f-4b31-aded-bfa7aca658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0a2451e9-b2b7-43a3-aada-52e3e0c35c47" xsi:nil="true"/>
    <CultureName xmlns="0a2451e9-b2b7-43a3-aada-52e3e0c35c47" xsi:nil="true"/>
    <LMS_Mappings xmlns="0a2451e9-b2b7-43a3-aada-52e3e0c35c47" xsi:nil="true"/>
    <Invited_Students xmlns="0a2451e9-b2b7-43a3-aada-52e3e0c35c47" xsi:nil="true"/>
    <IsNotebookLocked xmlns="0a2451e9-b2b7-43a3-aada-52e3e0c35c47" xsi:nil="true"/>
    <Math_Settings xmlns="0a2451e9-b2b7-43a3-aada-52e3e0c35c47" xsi:nil="true"/>
    <Self_Registration_Enabled xmlns="0a2451e9-b2b7-43a3-aada-52e3e0c35c47" xsi:nil="true"/>
    <Teachers xmlns="0a2451e9-b2b7-43a3-aada-52e3e0c35c47">
      <UserInfo>
        <DisplayName/>
        <AccountId xsi:nil="true"/>
        <AccountType/>
      </UserInfo>
    </Teachers>
    <Students xmlns="0a2451e9-b2b7-43a3-aada-52e3e0c35c47">
      <UserInfo>
        <DisplayName/>
        <AccountId xsi:nil="true"/>
        <AccountType/>
      </UserInfo>
    </Students>
    <Student_Groups xmlns="0a2451e9-b2b7-43a3-aada-52e3e0c35c47">
      <UserInfo>
        <DisplayName/>
        <AccountId xsi:nil="true"/>
        <AccountType/>
      </UserInfo>
    </Student_Groups>
    <Templates xmlns="0a2451e9-b2b7-43a3-aada-52e3e0c35c47" xsi:nil="true"/>
    <Has_Teacher_Only_SectionGroup xmlns="0a2451e9-b2b7-43a3-aada-52e3e0c35c47" xsi:nil="true"/>
    <NotebookType xmlns="0a2451e9-b2b7-43a3-aada-52e3e0c35c47" xsi:nil="true"/>
    <Distribution_Groups xmlns="0a2451e9-b2b7-43a3-aada-52e3e0c35c47" xsi:nil="true"/>
    <lcf76f155ced4ddcb4097134ff3c332f xmlns="0a2451e9-b2b7-43a3-aada-52e3e0c35c47">
      <Terms xmlns="http://schemas.microsoft.com/office/infopath/2007/PartnerControls"/>
    </lcf76f155ced4ddcb4097134ff3c332f>
    <TaxCatchAll xmlns="7007aa70-762f-4b31-aded-bfa7aca65826" xsi:nil="true"/>
    <AppVersion xmlns="0a2451e9-b2b7-43a3-aada-52e3e0c35c47" xsi:nil="true"/>
    <Invited_Teachers xmlns="0a2451e9-b2b7-43a3-aada-52e3e0c35c47" xsi:nil="true"/>
    <Teams_Channel_Section_Location xmlns="0a2451e9-b2b7-43a3-aada-52e3e0c35c47" xsi:nil="true"/>
    <Owner xmlns="0a2451e9-b2b7-43a3-aada-52e3e0c35c47">
      <UserInfo>
        <DisplayName/>
        <AccountId xsi:nil="true"/>
        <AccountType/>
      </UserInfo>
    </Owner>
    <DefaultSectionNames xmlns="0a2451e9-b2b7-43a3-aada-52e3e0c35c47" xsi:nil="true"/>
    <TeamsChannelId xmlns="0a2451e9-b2b7-43a3-aada-52e3e0c35c47" xsi:nil="true"/>
    <Is_Collaboration_Space_Locked xmlns="0a2451e9-b2b7-43a3-aada-52e3e0c35c47" xsi:nil="true"/>
  </documentManagement>
</p:properties>
</file>

<file path=customXml/itemProps1.xml><?xml version="1.0" encoding="utf-8"?>
<ds:datastoreItem xmlns:ds="http://schemas.openxmlformats.org/officeDocument/2006/customXml" ds:itemID="{39263771-01C4-45F3-8357-DD5072E301FC}"/>
</file>

<file path=customXml/itemProps2.xml><?xml version="1.0" encoding="utf-8"?>
<ds:datastoreItem xmlns:ds="http://schemas.openxmlformats.org/officeDocument/2006/customXml" ds:itemID="{52D93EEC-D78C-40C3-88ED-977CAC94C46A}"/>
</file>

<file path=customXml/itemProps3.xml><?xml version="1.0" encoding="utf-8"?>
<ds:datastoreItem xmlns:ds="http://schemas.openxmlformats.org/officeDocument/2006/customXml" ds:itemID="{0E65A88A-0710-4A27-8118-94556E51F62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12175</TotalTime>
  <Words>277</Words>
  <Application>Microsoft Macintosh PowerPoint</Application>
  <PresentationFormat>On-screen Show (4:3)</PresentationFormat>
  <Paragraphs>58</Paragraphs>
  <Slides>36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38" baseType="lpstr">
      <vt:lpstr>Office Theme</vt:lpstr>
      <vt:lpstr>1_Office Theme</vt:lpstr>
      <vt:lpstr>Mathematical Foundations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Spectral Theorem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Anand</cp:lastModifiedBy>
  <cp:revision>670</cp:revision>
  <dcterms:created xsi:type="dcterms:W3CDTF">2011-09-14T09:42:05Z</dcterms:created>
  <dcterms:modified xsi:type="dcterms:W3CDTF">2025-12-11T10:11:28Z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0x0101000A75E3588147654284604D4E812B6D70</vt:lpwstr>
  </property>
</Properties>
</file>